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0"/>
            <a:ext cx="85313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463040" cy="27432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31520" y="914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25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NINJA · 黑暗战国动作RPG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640080" y="137160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仁王二</a:t>
            </a:r>
            <a:endParaRPr lang="en-US" sz="7200" dirty="0"/>
          </a:p>
        </p:txBody>
      </p:sp>
      <p:sp>
        <p:nvSpPr>
          <p:cNvPr id="6" name="Text 2"/>
          <p:cNvSpPr/>
          <p:nvPr/>
        </p:nvSpPr>
        <p:spPr>
          <a:xfrm>
            <a:off x="731520" y="2834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25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 2</a:t>
            </a:r>
            <a:endParaRPr lang="en-US" sz="2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2286000" cy="1371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4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EDITION</a:t>
            </a:r>
            <a:endParaRPr lang="en-US" sz="1000" dirty="0"/>
          </a:p>
        </p:txBody>
      </p:sp>
      <p:sp>
        <p:nvSpPr>
          <p:cNvPr id="9" name="Text 4"/>
          <p:cNvSpPr/>
          <p:nvPr/>
        </p:nvSpPr>
        <p:spPr>
          <a:xfrm>
            <a:off x="7772400" y="5943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25B4A">
                    <a:alpha val="70000"/>
                  </a:srgbClr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战国诛死游戏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游戏概要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系列累计销量突破800万套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以贼匪当道、妖鬼横行的荒废战国时代为舞台，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在刀光剑影中披荆斩棘。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Team NINJA 打造的「战国诛死游戏」，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融合硬核动作、冷兵器斩杀与日本民间妖怪传说。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完整版收录三部大型 DLC，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体验跨越千年的传奇史诗。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故事背景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半妖血脉 × 战国传奇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主人公继承了妖怪的血脉，母亲遇害后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带着遗物小刀独自踏入乱世。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与未来的「太阁」羽柴秀吉相遇，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二人以天下人为目标携手踏上征途。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织田信长、明智光秀等历史武将悉数登场，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在真实历史与妖怪传说的交织中，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揭开半妖命运的真相。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角色创造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专属主角 · 千人千面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自由捏脸 · 数百个可调参数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创造独一无二的半妖武士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可选男女主人公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剧情与战斗完全一致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装备自由幻化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自定义专属战国造型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战斗系统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「残心 · 架式 · 妖反」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上段 ─ 重攻击·高威力·破防压制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中段 ─ 均衡型·高防御·攻守兼备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下段 ─ 高速连击·灵活闪避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残心系统：攻击后适时按键回复精力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掌握战斗节奏乃制胜关键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八种武器自由切换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妖怪化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释放黑暗 · 逆转战局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精华量表蓄满即可化身妖怪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猛型 ─ 正面突破，力量至上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迅型 ─ 高速冲刺，残像反击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幻型 ─ 举盾防御，精准架开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妖怪化期间三种量表融合为一，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释放更强大的攻击！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守护灵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神兽相伴 · 灵佑加持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玄 武 ─ 龟蛇合体，水之防御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朱 雀 ─ 浴火重生，火之力量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 泽 ─ 通晓万物，光之智慧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不同的守护灵赋予不同的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妖怪化能力与属性加成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妖怪技与魂核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以妖制妖 · 魂核之力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妖怪技 ─ 击败妖怪获得魂核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可施放该妖怪的专属技能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特技（妖反）─ 预判红光大招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中断并反击，逆转战局关键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常闇 ─ 黑暗领域中的死斗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"/>
            <a:ext cx="5486400" cy="6309360"/>
          </a:xfrm>
          <a:prstGeom prst="roundRect">
            <a:avLst>
              <a:gd name="adj" fmla="val 5000"/>
            </a:avLst>
          </a:prstGeom>
          <a:solidFill>
            <a:srgbClr val="F5F0E8"/>
          </a:solidFill>
          <a:ln w="19050">
            <a:solidFill>
              <a:srgbClr val="C25B4A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83680" y="457200"/>
            <a:ext cx="5120640" cy="5120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583680" y="5669280"/>
            <a:ext cx="5120640" cy="9144"/>
          </a:xfrm>
          <a:prstGeom prst="rect">
            <a:avLst/>
          </a:prstGeom>
          <a:solidFill>
            <a:srgbClr val="C25B4A">
              <a:alpha val="6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583680" y="5760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  ·  DLC收录内容</a:t>
            </a:r>
            <a:endParaRPr lang="en-US" sz="8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4320"/>
            <a:ext cx="1097280" cy="27432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48640"/>
            <a:ext cx="4572000" cy="4572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520" y="11887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跨越千年的完整史诗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1737360"/>
            <a:ext cx="1371600" cy="4572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1520" y="2011680"/>
            <a:ext cx="530352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牛若战记 ─ 源义经的传说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平安京讨魔传 ─ 平安京的暗影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太初武士秘史 ─ 大岳丸最终决战</a:t>
            </a: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endParaRPr lang="en-US" sz="1200" dirty="0"/>
          </a:p>
          <a:p>
            <a:pPr algn="l" indent="0" marL="0">
              <a:lnSpc>
                <a:spcPct val="170000"/>
              </a:lnSpc>
              <a:spcAft>
                <a:spcPts val="400"/>
              </a:spcAft>
              <a:buNone/>
            </a:pPr>
            <a:r>
              <a:rPr lang="en-US" sz="1200" dirty="0">
                <a:solidFill>
                  <a:srgbClr val="5A4A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附：龙隼幻化 · 黄金饰铠 · 特典装备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74320"/>
            <a:ext cx="1463040" cy="274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2286000" y="1371600"/>
            <a:ext cx="7589520" cy="4114800"/>
          </a:xfrm>
          <a:prstGeom prst="roundRect">
            <a:avLst>
              <a:gd name="adj" fmla="val 6667"/>
            </a:avLst>
          </a:prstGeom>
          <a:solidFill>
            <a:srgbClr val="FAF6EE">
              <a:alpha val="88000"/>
            </a:srgbClr>
          </a:solidFill>
          <a:ln w="19050">
            <a:solidFill>
              <a:srgbClr val="C25B4A">
                <a:alpha val="50000"/>
              </a:srgbClr>
            </a:solidFill>
            <a:prstDash val="solid"/>
          </a:ln>
          <a:effectLst>
            <a:outerShdw sx="100000" sy="100000" kx="0" ky="0" algn="bl" rotWithShape="0" blurRad="762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Text 1"/>
          <p:cNvSpPr/>
          <p:nvPr/>
        </p:nvSpPr>
        <p:spPr>
          <a:xfrm>
            <a:off x="0" y="164592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i="1" dirty="0">
                <a:solidFill>
                  <a:srgbClr val="3D2B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NIOH 2</a:t>
            </a:r>
            <a:endParaRPr lang="en-US" sz="3800" dirty="0"/>
          </a:p>
        </p:txBody>
      </p:sp>
      <p:sp>
        <p:nvSpPr>
          <p:cNvPr id="6" name="Text 2"/>
          <p:cNvSpPr/>
          <p:nvPr/>
        </p:nvSpPr>
        <p:spPr>
          <a:xfrm>
            <a:off x="0" y="2377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25B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COMPLETE EDITION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834640"/>
            <a:ext cx="2286000" cy="1371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0" y="310896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成为斩断黑暗的武士</a:t>
            </a:r>
            <a:endParaRPr lang="en-US" sz="18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3D2B1F"/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抑或身负黑暗的妖怪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0" y="45720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 NINJA  ·  KOEI TECMO  ·  2020  ·  PS4 / PC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914400" y="502920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C25B4A">
                    <a:alpha val="15000"/>
                  </a:srgbClr>
                </a:solidFill>
                <a:latin typeface="AoyagiSosekiFont2" pitchFamily="34" charset="0"/>
                <a:ea typeface="AoyagiSosekiFont2" pitchFamily="34" charset="-122"/>
                <a:cs typeface="AoyagiSosekiFont2" pitchFamily="34" charset="-120"/>
              </a:rPr>
              <a:t>仁王</a:t>
            </a:r>
            <a:endParaRPr lang="en-US" sz="8000" dirty="0"/>
          </a:p>
        </p:txBody>
      </p:sp>
      <p:sp>
        <p:nvSpPr>
          <p:cNvPr id="11" name="Text 6"/>
          <p:cNvSpPr/>
          <p:nvPr/>
        </p:nvSpPr>
        <p:spPr>
          <a:xfrm>
            <a:off x="1115568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8E8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仁王二 · 手绘风介绍</dc:title>
  <dc:subject>PptxGenJS Presentation</dc:subject>
  <dc:creator>Hermes Agent</dc:creator>
  <cp:lastModifiedBy>Hermes Agent</cp:lastModifiedBy>
  <cp:revision>1</cp:revision>
  <dcterms:created xsi:type="dcterms:W3CDTF">2026-05-28T01:49:47Z</dcterms:created>
  <dcterms:modified xsi:type="dcterms:W3CDTF">2026-05-28T01:49:47Z</dcterms:modified>
</cp:coreProperties>
</file>